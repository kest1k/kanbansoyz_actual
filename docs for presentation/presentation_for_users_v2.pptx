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СОЮЗ-PLM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Канбан-доска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единый экран для задач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пользователей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чтения: ~4 минуты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двух словах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появилось в «Союзе»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8463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29718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Внутри привычного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«Союз-PLM»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появился новый экран —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электронный список задач с колонками. Открывается как любой другой экран «Союза».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49040"/>
            <a:ext cx="416052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490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устанавливать не нужно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600200"/>
            <a:ext cx="30175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задачи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1031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4A6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2217420"/>
            <a:ext cx="182880" cy="1828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 сделать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51460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2624328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2738628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303580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3145536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25983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Ожидание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55701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3666744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78104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66674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выглядит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страница — вся ваша работа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600200"/>
            <a:ext cx="6766560" cy="27432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88720" y="1600200"/>
            <a:ext cx="676656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162763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87452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896B3"/>
                </a:solidFill>
              </a:rPr>
              <a:t>🖼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37160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общий вид доски с задачами в 4 колонках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колонки — Надо сделать · В работе · Ожидание · Готово. Каждая задача — карточка. Перетащили в другую колонку — статус обновился.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задачи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про задачу — в одном месте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389120" cy="29718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38912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4389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8896B3"/>
                </a:solidFill>
              </a:rPr>
              <a:t>🖼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открытая карточка задачи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6916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547" y="1772107"/>
            <a:ext cx="204826" cy="20482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7150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Название, описание, срок, приоритет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12080" y="225856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547" y="2339035"/>
            <a:ext cx="204826" cy="2048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212080" y="28254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547" y="2905963"/>
            <a:ext cx="204826" cy="20482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15000" y="28254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Вложенные чертежи, модели, папки «Союза»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212080" y="339242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547" y="3472891"/>
            <a:ext cx="204826" cy="2048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15000" y="3392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для обсуждения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212080" y="395935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547" y="4039819"/>
            <a:ext cx="204826" cy="204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1500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изменений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вы можете делать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действия на доске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6" y="1782166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Создавать задачи себе и получать от руководителей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233080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Перетаскивать карточки — статус меняется автоматически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2879446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Прикреплять объекты и папки прямо из «Союза»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3428086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15568" y="3337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Обсуждать работу в чате карточки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6" y="3976726"/>
            <a:ext cx="230429" cy="23042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15568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историю изменений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212080" y="1600200"/>
            <a:ext cx="3566160" cy="25146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5212080" y="1600200"/>
            <a:ext cx="356616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23" name="Shape 16"/>
          <p:cNvSpPr/>
          <p:nvPr/>
        </p:nvSpPr>
        <p:spPr>
          <a:xfrm>
            <a:off x="532180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24" name="Shape 17"/>
          <p:cNvSpPr/>
          <p:nvPr/>
        </p:nvSpPr>
        <p:spPr>
          <a:xfrm>
            <a:off x="548640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5" name="Shape 18"/>
          <p:cNvSpPr/>
          <p:nvPr/>
        </p:nvSpPr>
        <p:spPr>
          <a:xfrm>
            <a:off x="565099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26" name="Text 19"/>
          <p:cNvSpPr/>
          <p:nvPr/>
        </p:nvSpPr>
        <p:spPr>
          <a:xfrm>
            <a:off x="5212080" y="18745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896B3"/>
                </a:solidFill>
              </a:rPr>
              <a:t>🖼</a:t>
            </a:r>
            <a:endParaRPr lang="en-US" sz="4000" dirty="0"/>
          </a:p>
        </p:txBody>
      </p:sp>
      <p:sp>
        <p:nvSpPr>
          <p:cNvPr id="27" name="Text 20"/>
          <p:cNvSpPr/>
          <p:nvPr/>
        </p:nvSpPr>
        <p:spPr>
          <a:xfrm>
            <a:off x="53949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создание задачи + меню действий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212080" y="43434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29" name="Text 22"/>
          <p:cNvSpPr/>
          <p:nvPr/>
        </p:nvSpPr>
        <p:spPr>
          <a:xfrm>
            <a:off x="521208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 — во встроенной справке (иконка «?» на доске)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Визуальные подсказки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взгляд на доску — всё видно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56232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66874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маркер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приоритет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6002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856232"/>
            <a:ext cx="502920" cy="50292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122" y="1966874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Пульсирует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692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Сверхсрочная задача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2004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567074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Красная дата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просрочен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2004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83480" y="3456432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122" y="3567074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Бейдж «НОВАЯ»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66928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 только что назначили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Уведомления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«Союз» сам позовёт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389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96961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вам назначают новую задачу — в «Союзе» всплывает уведомление со ссылкой «Открыть доску».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проверять вручную — вы всё увидите вовремя.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600200"/>
            <a:ext cx="3657600" cy="27432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029200" y="1600200"/>
            <a:ext cx="365760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13892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14" name="Shape 11"/>
          <p:cNvSpPr/>
          <p:nvPr/>
        </p:nvSpPr>
        <p:spPr>
          <a:xfrm>
            <a:off x="530352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5" name="Shape 12"/>
          <p:cNvSpPr/>
          <p:nvPr/>
        </p:nvSpPr>
        <p:spPr>
          <a:xfrm>
            <a:off x="546811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874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896B3"/>
                </a:solidFill>
              </a:rPr>
              <a:t>🖼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521208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всплывающее уведомление о назначении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это даст лично вам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практических выигрышей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теряется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задачи — в одном месте, а не в почте, блокноте и устных поручениях.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019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под рукой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930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карточке — чертежи, переписка, история. Не надо рыться в почте трёхмесячной давности.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019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горит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648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и сверхсрочные подсвечены сами. Не узнаёте о сорванном сроке постфактум.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6" name="Shape 21"/>
          <p:cNvSpPr/>
          <p:nvPr/>
        </p:nvSpPr>
        <p:spPr>
          <a:xfrm>
            <a:off x="5212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753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дёрганий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12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видит стадию задачи — не нужно отвечать на вопросы о состоянии.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918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918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2" name="Shape 26"/>
          <p:cNvSpPr/>
          <p:nvPr/>
        </p:nvSpPr>
        <p:spPr>
          <a:xfrm>
            <a:off x="34930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57530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690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Спокойный отпуск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4930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Передать дела — это переназначить карточки. Контекст уходит вместе с задачей.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636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636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8" name="Shape 31"/>
          <p:cNvSpPr/>
          <p:nvPr/>
        </p:nvSpPr>
        <p:spPr>
          <a:xfrm>
            <a:off x="64648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7530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08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осваивать заново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4648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тот же «Союз». Просто новый экран.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живёт и где искать справку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из привычного «Союза»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2062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394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28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открывается из Стартового экрана, а также по кнопке “Доска задач”.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788920"/>
            <a:ext cx="3749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971800"/>
            <a:ext cx="502920" cy="50292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30824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971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Подробная инструкция по всем функциям — встроена в саму доску (иконка «?» в правом верхнем углу).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37760" y="1600200"/>
            <a:ext cx="3749040" cy="288036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4937760" y="1600200"/>
            <a:ext cx="374904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16" name="Shape 12"/>
          <p:cNvSpPr/>
          <p:nvPr/>
        </p:nvSpPr>
        <p:spPr>
          <a:xfrm>
            <a:off x="504748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17" name="Shape 13"/>
          <p:cNvSpPr/>
          <p:nvPr/>
        </p:nvSpPr>
        <p:spPr>
          <a:xfrm>
            <a:off x="521208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8" name="Shape 14"/>
          <p:cNvSpPr/>
          <p:nvPr/>
        </p:nvSpPr>
        <p:spPr>
          <a:xfrm>
            <a:off x="537667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187452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896B3"/>
                </a:solidFill>
              </a:rPr>
              <a:t>🖼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512064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Скриншоты: кнопка “Доска задач”, Стартовый экран, расположение справки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«Союз» → кнопка “Доска задач” → создайте первую задачу.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Вопросы, замечания, идеи — пишите: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 · e-mail · добавочный]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Союз-PLM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Канбан-доска в Союз-PLM — Для пользователей</dc:title>
  <dc:subject>PptxGenJS Presentation</dc:subject>
  <dc:creator>Артур</dc:creator>
  <cp:lastModifiedBy>Артур</cp:lastModifiedBy>
  <cp:revision>1</cp:revision>
  <dcterms:created xsi:type="dcterms:W3CDTF">2026-04-21T10:30:17Z</dcterms:created>
  <dcterms:modified xsi:type="dcterms:W3CDTF">2026-04-21T10:30:17Z</dcterms:modified>
</cp:coreProperties>
</file>