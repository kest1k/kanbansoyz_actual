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СОЮЗ-PLM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Канбан-доска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задачами и прозрачность работы подразделения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3337560"/>
            <a:ext cx="73152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руководства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чтения: ~6 минут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Оперативные задачи живут где угодно — только не в единой системе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8288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194950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Устные поручения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забываются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1600200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6002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1"/>
          <p:cNvSpPr/>
          <p:nvPr/>
        </p:nvSpPr>
        <p:spPr>
          <a:xfrm>
            <a:off x="4910328" y="18288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29" y="194950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2356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62356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тонут среди десятков других писем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743200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7432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6"/>
          <p:cNvSpPr/>
          <p:nvPr/>
        </p:nvSpPr>
        <p:spPr>
          <a:xfrm>
            <a:off x="658368" y="29718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309250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Стикеры, блокноты, Excel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37160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свой — общей картины нет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709160" y="2743200"/>
            <a:ext cx="4114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27432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Shape 21"/>
          <p:cNvSpPr/>
          <p:nvPr/>
        </p:nvSpPr>
        <p:spPr>
          <a:xfrm>
            <a:off x="4910328" y="29718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029" y="3092501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2356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/ Jira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62356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уходят за периметр предприятия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31" name="Text 25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задачи теряются, сроки срываются, руководитель узнаёт о проблеме постфактум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27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Электронная канбан-доска внутри «Союз-PLM»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1148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73152" cy="283464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колонки: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Надо сделать → В работе → Ожидание → Готово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задача — карточка: название, описание, срок, приоритет, исполнитель, вложения, чат.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61188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11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нужно устанавливать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на сервере, ни на рабочих местах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600200"/>
            <a:ext cx="3840480" cy="283464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846320" y="1600200"/>
            <a:ext cx="384048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95604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7" name="Shape 15"/>
          <p:cNvSpPr/>
          <p:nvPr/>
        </p:nvSpPr>
        <p:spPr>
          <a:xfrm>
            <a:off x="528523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8745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dirty="0">
                <a:solidFill>
                  <a:srgbClr val="8896B3"/>
                </a:solidFill>
              </a:rPr>
              <a:t>🖼</a:t>
            </a:r>
            <a:endParaRPr lang="en-US" sz="4300" dirty="0"/>
          </a:p>
        </p:txBody>
      </p:sp>
      <p:sp>
        <p:nvSpPr>
          <p:cNvPr id="19" name="Text 17"/>
          <p:cNvSpPr/>
          <p:nvPr/>
        </p:nvSpPr>
        <p:spPr>
          <a:xfrm>
            <a:off x="502920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общий вид доски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видит руководитель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Переключатель режимов — в одно нажатие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4297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55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Мои задачи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075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Задачи, поставленные лично вам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297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60320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700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Сектор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990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задачи вашего сектора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4297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74720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84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Отделение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9044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задачи отделения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645920"/>
            <a:ext cx="3840480" cy="260604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937760" y="1645920"/>
            <a:ext cx="384048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20" name="Shape 18"/>
          <p:cNvSpPr/>
          <p:nvPr/>
        </p:nvSpPr>
        <p:spPr>
          <a:xfrm>
            <a:off x="5047488" y="172821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21" name="Shape 19"/>
          <p:cNvSpPr/>
          <p:nvPr/>
        </p:nvSpPr>
        <p:spPr>
          <a:xfrm>
            <a:off x="5212080" y="172821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22" name="Shape 20"/>
          <p:cNvSpPr/>
          <p:nvPr/>
        </p:nvSpPr>
        <p:spPr>
          <a:xfrm>
            <a:off x="5376672" y="172821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92024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896B3"/>
                </a:solidFill>
              </a:rPr>
              <a:t>🖼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12064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переключатель «Мои / Сектор / Отделение»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83210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891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 команды видна сразу · Фильтры по сотруднику, подразделению и периоду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Отчёты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статистика за неделю · месяц · квартал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0" y="1600200"/>
            <a:ext cx="3840480" cy="2743200"/>
          </a:xfrm>
          <a:prstGeom prst="rect">
            <a:avLst/>
          </a:prstGeom>
          <a:solidFill>
            <a:srgbClr val="EEF2F8"/>
          </a:solidFill>
          <a:ln w="12700">
            <a:solidFill>
              <a:srgbClr val="B6C2D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846320" y="1600200"/>
            <a:ext cx="3840480" cy="274320"/>
          </a:xfrm>
          <a:prstGeom prst="rect">
            <a:avLst/>
          </a:prstGeom>
          <a:solidFill>
            <a:srgbClr val="DDE4F2"/>
          </a:solidFill>
          <a:ln/>
        </p:spPr>
      </p:sp>
      <p:sp>
        <p:nvSpPr>
          <p:cNvPr id="8" name="Shape 6"/>
          <p:cNvSpPr/>
          <p:nvPr/>
        </p:nvSpPr>
        <p:spPr>
          <a:xfrm>
            <a:off x="4956048" y="1682496"/>
            <a:ext cx="109728" cy="109728"/>
          </a:xfrm>
          <a:prstGeom prst="ellipse">
            <a:avLst/>
          </a:prstGeom>
          <a:solidFill>
            <a:srgbClr val="E94E4E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0" y="1682496"/>
            <a:ext cx="109728" cy="109728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0" name="Shape 8"/>
          <p:cNvSpPr/>
          <p:nvPr/>
        </p:nvSpPr>
        <p:spPr>
          <a:xfrm>
            <a:off x="5285232" y="1682496"/>
            <a:ext cx="109728" cy="109728"/>
          </a:xfrm>
          <a:prstGeom prst="ellipse">
            <a:avLst/>
          </a:prstGeom>
          <a:solidFill>
            <a:srgbClr val="5FBB64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8745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8896B3"/>
                </a:solidFill>
              </a:rPr>
              <a:t>🖼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029200" y="3794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экран отчёта по задачам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6" y="1827886"/>
            <a:ext cx="230429" cy="23042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15568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Создано / выполнено / просрочено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23774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6" y="2467966"/>
            <a:ext cx="230429" cy="23042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15568" y="2377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по исполнителям с прогрессом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6" y="3108046"/>
            <a:ext cx="230429" cy="23042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5568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Детализация по любому сотруднику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6" y="3748126"/>
            <a:ext cx="230429" cy="23042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15568" y="3657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Объективные данные для планёрок и аттестаций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0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Безопасность и стоимость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 разработка на штатных средствах БИС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019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764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внутри контура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377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хранится в «Союзе» как обычные объекты. Резервное копирование — штатное.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60020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600200"/>
            <a:ext cx="54864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491032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9019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764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лицензий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910328" y="2377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Trello, не Jira, не облако. Внутренняя разработка на БИС v3.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15468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154680"/>
            <a:ext cx="54864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6"/>
          <p:cNvSpPr/>
          <p:nvPr/>
        </p:nvSpPr>
        <p:spPr>
          <a:xfrm>
            <a:off x="658368" y="335584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45643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34440" y="3319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Ноль нового железа и ПО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8368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отдельного сервера, ни установки на рабочие места. Стандартный клиент.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09160" y="315468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3154680"/>
            <a:ext cx="54864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Shape 21"/>
          <p:cNvSpPr/>
          <p:nvPr/>
        </p:nvSpPr>
        <p:spPr>
          <a:xfrm>
            <a:off x="4910328" y="335584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456432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86400" y="3319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Обратимое внедрение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910328" y="3931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 — обновление шаблонов конфигурации. Можно откатить.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5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Преимущества для подчинённых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ваша команда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019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теряется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в одном месте, а не в почте и в головах.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00200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14" name="Shape 11"/>
          <p:cNvSpPr/>
          <p:nvPr/>
        </p:nvSpPr>
        <p:spPr>
          <a:xfrm>
            <a:off x="34930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9019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привязан к задаче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930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Чертежи, модели, переписка — всё в карточке. Контекст не восстанавливается по крупицам.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636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63640" y="1600200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0" name="Shape 16"/>
          <p:cNvSpPr/>
          <p:nvPr/>
        </p:nvSpPr>
        <p:spPr>
          <a:xfrm>
            <a:off x="64648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9019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408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дел за минуты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648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Отпуск, больничный, ротация — переназначил карточки. Работа не встаёт.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00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20040" y="3273552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26" name="Shape 21"/>
          <p:cNvSpPr/>
          <p:nvPr/>
        </p:nvSpPr>
        <p:spPr>
          <a:xfrm>
            <a:off x="5212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7530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отвлечений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212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задачи виден всем заинтересованным. Меньше «ну как там?».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2918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91840" y="3273552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2" name="Shape 26"/>
          <p:cNvSpPr/>
          <p:nvPr/>
        </p:nvSpPr>
        <p:spPr>
          <a:xfrm>
            <a:off x="34930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575304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0690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Видна своя нагрузка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34930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сам видит, что горит. Проще планировать день, меньше стресса.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2636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63640" y="3273552"/>
            <a:ext cx="54864" cy="155448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8" name="Shape 31"/>
          <p:cNvSpPr/>
          <p:nvPr/>
        </p:nvSpPr>
        <p:spPr>
          <a:xfrm>
            <a:off x="64648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575304"/>
            <a:ext cx="256032" cy="2560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408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новой программы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64648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тот же «Союз». Обучение — минимальное, привыкают за дни.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35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Преимущества для руководителя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получаете лично вы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019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в real-time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12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 сектора/отделения — на одном экране. Кто перегружен, у кого свободные руки.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600200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34930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90195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под контролем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930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Просроченные — подсвечены автоматически. Сверхсрочные — отдельным приоритетом.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63640" y="1600200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63640" y="1600200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6"/>
          <p:cNvSpPr/>
          <p:nvPr/>
        </p:nvSpPr>
        <p:spPr>
          <a:xfrm>
            <a:off x="6464808" y="180136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90195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40880" y="17647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Короче совещания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64808" y="237744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Доска уже показывает, кто чем занят. Планёрка — только про решения.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00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20040" y="3273552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Shape 21"/>
          <p:cNvSpPr/>
          <p:nvPr/>
        </p:nvSpPr>
        <p:spPr>
          <a:xfrm>
            <a:off x="5212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7530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для аттестации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212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— не со слов, а по факту. Видно, кто держит сроки, а кто нет.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2918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91840" y="3273552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Shape 26"/>
          <p:cNvSpPr/>
          <p:nvPr/>
        </p:nvSpPr>
        <p:spPr>
          <a:xfrm>
            <a:off x="34930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575304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0690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Аудит-след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34930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каждой задаче — история: кто назначил, переназначил, изменил срок.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263640" y="3273552"/>
            <a:ext cx="285292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63640" y="3273552"/>
            <a:ext cx="54864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Shape 31"/>
          <p:cNvSpPr/>
          <p:nvPr/>
        </p:nvSpPr>
        <p:spPr>
          <a:xfrm>
            <a:off x="6464808" y="3474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3575304"/>
            <a:ext cx="256032" cy="25603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40880" y="34381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риска потерь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6464808" y="405079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F4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Устное поручение забывается. Карточка на доске — нет.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35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Уже реализовано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Текущее состояние модуля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6459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" y="1863547"/>
            <a:ext cx="204826" cy="2048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Доска с 4 колонками, drag-and-drop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6459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7830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747" y="1863547"/>
            <a:ext cx="204826" cy="204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Приоритеты, сроки, исполнители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6459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7830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107" y="1863547"/>
            <a:ext cx="204826" cy="204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Сверхсрочный приоритет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25603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2920" y="26974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" y="2777947"/>
            <a:ext cx="204826" cy="2048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при назначении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46120" y="25603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383280" y="26974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747" y="2777947"/>
            <a:ext cx="204826" cy="20482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84048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 ролей и режимы просмотра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126480" y="25603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263640" y="26974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4107" y="2777947"/>
            <a:ext cx="204826" cy="20482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2084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Групповая постановка задач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365760" y="34747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502920" y="36118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87" y="3692347"/>
            <a:ext cx="204826" cy="20482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60120" y="3566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Вложения: объекты и папки «Союза»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3246120" y="34747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3383280" y="36118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3747" y="3692347"/>
            <a:ext cx="204826" cy="20482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840480" y="3566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Комментарии в карточке</a:t>
            </a: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6126480" y="3474720"/>
            <a:ext cx="2788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6263640" y="36118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4107" y="3692347"/>
            <a:ext cx="204826" cy="20482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720840" y="3566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по периодам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справка для пользователей — прямо на доске (иконка «?»)</a:t>
            </a:r>
            <a:endParaRPr lang="en-US" sz="1100" dirty="0"/>
          </a:p>
        </p:txBody>
      </p:sp>
      <p:sp>
        <p:nvSpPr>
          <p:cNvPr id="43" name="Shape 32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3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Предложение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57200" cy="4572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8229600" cy="1371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109728" cy="1371600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Пилотная эксплуатация в одном подразделении — 2–4 недели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пилота — сбор обратной связи и решение о масштабировании на остальные отделения.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34747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18" y="3565246"/>
            <a:ext cx="230429" cy="23042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3291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дополнительных затрат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37560" y="329184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02152" y="34747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678" y="3565246"/>
            <a:ext cx="230429" cy="23042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23360" y="3291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шаблонов конфигурации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17920" y="329184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82512" y="34747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038" y="3565246"/>
            <a:ext cx="230429" cy="23042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3291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Обратимо — можно откатить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0" y="5029200"/>
            <a:ext cx="9144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1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Для руководства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858000" y="4892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Вопросы, демонстрация вживую, материалы по развёртыванию: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834640"/>
            <a:ext cx="731520" cy="36576"/>
          </a:xfrm>
          <a:prstGeom prst="rect">
            <a:avLst/>
          </a:prstGeom>
          <a:solidFill>
            <a:srgbClr val="F5B84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971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[ФИО]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[должность · подразделение]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B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[e-mail · добавочный]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Канбан-доска · Союз-PLM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Канбан-доска в Союз-PLM — Для руководства</dc:title>
  <dc:subject>PptxGenJS Presentation</dc:subject>
  <dc:creator>Артур</dc:creator>
  <cp:lastModifiedBy>Артур</cp:lastModifiedBy>
  <cp:revision>1</cp:revision>
  <dcterms:created xsi:type="dcterms:W3CDTF">2026-04-21T10:30:18Z</dcterms:created>
  <dcterms:modified xsi:type="dcterms:W3CDTF">2026-04-21T10:30:18Z</dcterms:modified>
</cp:coreProperties>
</file>